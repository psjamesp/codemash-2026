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143000" cy="5143500"/>
          </a:xfrm>
          <a:prstGeom prst="rect">
            <a:avLst/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45369" y="1245989"/>
            <a:ext cx="3748513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20"/>
              </a:lnSpc>
              <a:spcAft>
                <a:spcPts val="1200"/>
              </a:spcAft>
              <a:buNone/>
            </a:pPr>
            <a:r>
              <a:rPr lang="en-US" sz="4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Clicking,</a:t>
            </a:r>
            <a:endParaRPr lang="en-US" sz="4200" dirty="0"/>
          </a:p>
          <a:p>
            <a:pPr algn="ctr" indent="0" marL="0">
              <a:lnSpc>
                <a:spcPts val="4620"/>
              </a:lnSpc>
              <a:spcAft>
                <a:spcPts val="1200"/>
              </a:spcAft>
              <a:buNone/>
            </a:pPr>
            <a:r>
              <a:rPr lang="en-US" sz="4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Scripting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3318651" y="2724150"/>
            <a:ext cx="3801948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spcAft>
                <a:spcPts val="3000"/>
              </a:spcAft>
              <a:buNone/>
            </a:pPr>
            <a:r>
              <a:rPr lang="en-US" sz="24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PowerShell for Real People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260598" y="3684240"/>
            <a:ext cx="191820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practical 4-hour workshop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14300" cy="5143500"/>
          </a:xfrm>
          <a:prstGeom prst="rect">
            <a:avLst/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228600"/>
            <a:ext cx="514921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times last week?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62000" y="1510754"/>
            <a:ext cx="7810500" cy="1859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10"/>
              </a:lnSpc>
              <a:spcAft>
                <a:spcPts val="1500"/>
              </a:spcAft>
              <a:buSzPct val="100000"/>
              <a:buChar char="•"/>
            </a:pPr>
            <a:r>
              <a:rPr lang="en-US" sz="165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Copied files to 20+ servers manually</a:t>
            </a:r>
            <a:endParaRPr lang="en-US" sz="1650" dirty="0"/>
          </a:p>
          <a:p>
            <a:pPr algn="l" marL="342900" indent="-342900">
              <a:lnSpc>
                <a:spcPts val="2310"/>
              </a:lnSpc>
              <a:spcAft>
                <a:spcPts val="1500"/>
              </a:spcAft>
              <a:buSzPct val="100000"/>
              <a:buChar char="•"/>
            </a:pPr>
            <a:r>
              <a:rPr lang="en-US" sz="165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Clicked through dialogs to check disk space</a:t>
            </a:r>
            <a:endParaRPr lang="en-US" sz="1650" dirty="0"/>
          </a:p>
          <a:p>
            <a:pPr algn="l" marL="342900" indent="-342900">
              <a:lnSpc>
                <a:spcPts val="2310"/>
              </a:lnSpc>
              <a:spcAft>
                <a:spcPts val="1500"/>
              </a:spcAft>
              <a:buSzPct val="100000"/>
              <a:buChar char="•"/>
            </a:pPr>
            <a:r>
              <a:rPr lang="en-US" sz="165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Updated user accounts one... by... one</a:t>
            </a:r>
            <a:endParaRPr lang="en-US" sz="1650" dirty="0"/>
          </a:p>
          <a:p>
            <a:pPr algn="l" marL="342900" indent="-342900">
              <a:lnSpc>
                <a:spcPts val="2310"/>
              </a:lnSpc>
              <a:spcAft>
                <a:spcPts val="1500"/>
              </a:spcAft>
              <a:buSzPct val="100000"/>
              <a:buChar char="•"/>
            </a:pPr>
            <a:r>
              <a:rPr lang="en-US" sz="165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Did the same boring task over and over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62000" y="1510754"/>
            <a:ext cx="272034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62000" y="2032695"/>
            <a:ext cx="272034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62000" y="2554635"/>
            <a:ext cx="272034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62000" y="3076575"/>
            <a:ext cx="272034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62000" y="3827115"/>
            <a:ext cx="796671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2400"/>
              </a:spcBef>
              <a:buNone/>
            </a:pPr>
            <a:r>
              <a:rPr lang="en-US" sz="105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PowerShell can do all this while you grab coffee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14300" cy="5143500"/>
          </a:xfrm>
          <a:prstGeom prst="rect">
            <a:avLst/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228600"/>
            <a:ext cx="44788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Five Commands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71500" y="1636663"/>
            <a:ext cx="4019550" cy="788491"/>
          </a:xfrm>
          <a:prstGeom prst="rect">
            <a:avLst/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90550" y="1636663"/>
            <a:ext cx="0" cy="788491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2000" y="1789063"/>
            <a:ext cx="375018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Get-ChildItem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62000" y="2086124"/>
            <a:ext cx="375018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files &amp; folders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71500" y="2520404"/>
            <a:ext cx="4019550" cy="788491"/>
          </a:xfrm>
          <a:prstGeom prst="rect">
            <a:avLst/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90550" y="2520404"/>
            <a:ext cx="0" cy="788491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2000" y="2672804"/>
            <a:ext cx="375018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Get-Content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62000" y="2969865"/>
            <a:ext cx="375018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file contents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71500" y="3404146"/>
            <a:ext cx="4019550" cy="788491"/>
          </a:xfrm>
          <a:prstGeom prst="rect">
            <a:avLst/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90550" y="3404146"/>
            <a:ext cx="0" cy="788491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2000" y="3556546"/>
            <a:ext cx="375018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Set-Content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62000" y="3853607"/>
            <a:ext cx="375018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to files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43450" y="1672828"/>
            <a:ext cx="4019550" cy="788491"/>
          </a:xfrm>
          <a:prstGeom prst="rect">
            <a:avLst/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762500" y="1672828"/>
            <a:ext cx="0" cy="788491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3950" y="1825228"/>
            <a:ext cx="375018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Get-Service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933950" y="2122289"/>
            <a:ext cx="375018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services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43450" y="2556570"/>
            <a:ext cx="4019550" cy="788491"/>
          </a:xfrm>
          <a:prstGeom prst="rect">
            <a:avLst/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762500" y="2556570"/>
            <a:ext cx="0" cy="788491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3950" y="2708970"/>
            <a:ext cx="3750183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450"/>
              </a:spcAft>
              <a:buNone/>
            </a:pPr>
            <a:r>
              <a:rPr lang="en-US" sz="1350" b="1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Get-Process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933950" y="3006030"/>
            <a:ext cx="375018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processes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43450" y="3440311"/>
            <a:ext cx="4019550" cy="716161"/>
          </a:xfrm>
          <a:prstGeom prst="rect">
            <a:avLst/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762500" y="3440311"/>
            <a:ext cx="0" cy="716161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3950" y="3592711"/>
            <a:ext cx="37501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five solve 80% of your problems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4933950" y="3830836"/>
            <a:ext cx="375018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these first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14300" cy="5143500"/>
          </a:xfrm>
          <a:prstGeom prst="rect">
            <a:avLst/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228600"/>
            <a:ext cx="476059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Scripts That Work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62000" y="1354485"/>
            <a:ext cx="571500" cy="571500"/>
          </a:xfrm>
          <a:prstGeom prst="roundRect">
            <a:avLst>
              <a:gd name="adj" fmla="val 13333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62918" y="1426815"/>
            <a:ext cx="172906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85900" y="1354485"/>
            <a:ext cx="72283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Simple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85900" y="1678335"/>
            <a:ext cx="722833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task at a time. Get it working, then add features.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2000" y="2154585"/>
            <a:ext cx="571500" cy="571500"/>
          </a:xfrm>
          <a:prstGeom prst="roundRect">
            <a:avLst>
              <a:gd name="adj" fmla="val 13333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62918" y="2226915"/>
            <a:ext cx="172906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485900" y="2154585"/>
            <a:ext cx="72283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Often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85900" y="2478435"/>
            <a:ext cx="722833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every 3-5 lines. Catch errors early.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2000" y="2954685"/>
            <a:ext cx="571500" cy="571500"/>
          </a:xfrm>
          <a:prstGeom prst="roundRect">
            <a:avLst>
              <a:gd name="adj" fmla="val 13333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62918" y="3027015"/>
            <a:ext cx="172906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485900" y="2954685"/>
            <a:ext cx="72283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450"/>
              </a:spcAft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Your Code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85900" y="3278535"/>
            <a:ext cx="722833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you will thank present you.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62000" y="3983385"/>
            <a:ext cx="796671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1800"/>
              </a:spcBef>
              <a:buNone/>
            </a:pPr>
            <a:r>
              <a:rPr lang="en-US" sz="105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Scripts that work &gt; scripts that are perfect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14300" cy="5143500"/>
          </a:xfrm>
          <a:prstGeom prst="rect">
            <a:avLst/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228600"/>
            <a:ext cx="44788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Management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71500" y="1494532"/>
            <a:ext cx="3705225" cy="870496"/>
          </a:xfrm>
          <a:prstGeom prst="roundRect">
            <a:avLst>
              <a:gd name="adj" fmla="val 4377"/>
            </a:avLst>
          </a:prstGeom>
          <a:solidFill>
            <a:srgbClr val="2C3E5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1685032"/>
            <a:ext cx="339071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Invoke-Command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62000" y="1974503"/>
            <a:ext cx="33907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commands on remote machines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71500" y="2517428"/>
            <a:ext cx="3705225" cy="870496"/>
          </a:xfrm>
          <a:prstGeom prst="roundRect">
            <a:avLst>
              <a:gd name="adj" fmla="val 4377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62000" y="2707928"/>
            <a:ext cx="339071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Enter-PSSession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2997398"/>
            <a:ext cx="33907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remote shell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71500" y="3540323"/>
            <a:ext cx="3705225" cy="870496"/>
          </a:xfrm>
          <a:prstGeom prst="roundRect">
            <a:avLst>
              <a:gd name="adj" fmla="val 4377"/>
            </a:avLst>
          </a:prstGeom>
          <a:solidFill>
            <a:srgbClr val="ECF0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62000" y="3730823"/>
            <a:ext cx="339071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Copy-Item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2000" y="4020294"/>
            <a:ext cx="33907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files over network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467225" y="952500"/>
            <a:ext cx="4295775" cy="4000500"/>
          </a:xfrm>
          <a:prstGeom prst="rect">
            <a:avLst/>
          </a:prstGeom>
          <a:solidFill>
            <a:srgbClr val="FEF5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495800" y="952500"/>
            <a:ext cx="0" cy="4000500"/>
          </a:xfrm>
          <a:prstGeom prst="line">
            <a:avLst/>
          </a:prstGeom>
          <a:noFill/>
          <a:ln w="57150">
            <a:solidFill>
              <a:srgbClr val="E67E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91075" y="2303264"/>
            <a:ext cx="377932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More RDP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91075" y="2775645"/>
            <a:ext cx="3779329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1 server or 100 servers with the same command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91075" y="3415605"/>
            <a:ext cx="377932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where PowerShell shines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14300" cy="5143500"/>
          </a:xfrm>
          <a:prstGeom prst="rect">
            <a:avLst/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228600"/>
            <a:ext cx="44788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Out For These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62000" y="1040606"/>
            <a:ext cx="22801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99840" y="1040606"/>
            <a:ext cx="320550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testing in a safe environment first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099840" y="1318617"/>
            <a:ext cx="320550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-WhatIf when available, test on non-prod servers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62000" y="1638598"/>
            <a:ext cx="22801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99840" y="1638598"/>
            <a:ext cx="257779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Forgetting error handling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99840" y="1916609"/>
            <a:ext cx="257779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Try/Catch blocks for critical operations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62000" y="2236589"/>
            <a:ext cx="22801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099840" y="2236589"/>
            <a:ext cx="287639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Hard-coding paths and credentials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99840" y="2514600"/>
            <a:ext cx="287639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parameters and secure credential storage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62000" y="2834580"/>
            <a:ext cx="22801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099840" y="2834580"/>
            <a:ext cx="248701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Assuming things worked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99840" y="3112591"/>
            <a:ext cx="248701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verify results, check return values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62000" y="3432572"/>
            <a:ext cx="228011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099840" y="3432572"/>
            <a:ext cx="284284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 it too complicated too fast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099840" y="3710583"/>
            <a:ext cx="284284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simple, add complexity only when needed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62000" y="4259163"/>
            <a:ext cx="796671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1800"/>
              </a:spcBef>
              <a:buNone/>
            </a:pPr>
            <a:r>
              <a:rPr lang="en-US" sz="1050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all make these mistakes. Learn from them and move on.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143000" cy="5143500"/>
          </a:xfrm>
          <a:prstGeom prst="rect">
            <a:avLst/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524000" y="397371"/>
            <a:ext cx="360445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spcAft>
                <a:spcPts val="15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24000" y="968871"/>
            <a:ext cx="71894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algn="l" indent="0" marL="0">
              <a:lnSpc>
                <a:spcPts val="2100"/>
              </a:lnSpc>
              <a:spcAft>
                <a:spcPts val="750"/>
              </a:spcAft>
              <a:buNone/>
            </a:pPr>
            <a:r>
              <a:rPr lang="en-US" sz="15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Practice with the demo scripts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524000" y="1330821"/>
            <a:ext cx="71894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algn="l" indent="0" marL="0">
              <a:lnSpc>
                <a:spcPts val="2100"/>
              </a:lnSpc>
              <a:spcAft>
                <a:spcPts val="750"/>
              </a:spcAft>
              <a:buNone/>
            </a:pPr>
            <a:r>
              <a:rPr lang="en-US" sz="15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Start small: automate one annoying task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524000" y="1692771"/>
            <a:ext cx="71894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algn="l" indent="0" marL="0">
              <a:lnSpc>
                <a:spcPts val="2100"/>
              </a:lnSpc>
              <a:spcAft>
                <a:spcPts val="750"/>
              </a:spcAft>
              <a:buNone/>
            </a:pPr>
            <a:r>
              <a:rPr lang="en-US" sz="15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Build your script library over time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24000" y="2054721"/>
            <a:ext cx="71894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Keep learning (but don't wait to start)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24000" y="2816721"/>
            <a:ext cx="7048500" cy="1272183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1543050" y="2816721"/>
            <a:ext cx="0" cy="1272183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33550" y="2988171"/>
            <a:ext cx="680085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733550" y="3277642"/>
            <a:ext cx="6800850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PowerShell documentation: docs.microsoft.com/powershell</a:t>
            </a:r>
            <a:endParaRPr lang="en-US" sz="105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Community: reddit.com/r/PowerShell</a:t>
            </a:r>
            <a:endParaRPr lang="en-US" sz="105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Practice: PowerShell challenges on GitHub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453515" y="4431804"/>
            <a:ext cx="71894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spcBef>
                <a:spcPts val="900"/>
              </a:spcBef>
              <a:buNone/>
            </a:pPr>
            <a:r>
              <a:rPr lang="en-US" sz="1125" i="1" dirty="0">
                <a:solidFill>
                  <a:srgbClr val="95A5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best time to start was yesterday. The second best time is now."</a:t>
            </a:r>
            <a:endParaRPr lang="en-US" sz="11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Stop Clicking, Start Scripting: PowerShell for Real People</dc:title>
  <dc:subject>PptxGenJS Presentation</dc:subject>
  <dc:creator>PowerShell Workshop</dc:creator>
  <cp:lastModifiedBy>PowerShell Workshop</cp:lastModifiedBy>
  <cp:revision>1</cp:revision>
  <dcterms:created xsi:type="dcterms:W3CDTF">2026-01-13T01:13:20Z</dcterms:created>
  <dcterms:modified xsi:type="dcterms:W3CDTF">2026-01-13T01:13:20Z</dcterms:modified>
</cp:coreProperties>
</file>